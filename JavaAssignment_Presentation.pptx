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143500"/>
          </a:xfrm>
          <a:prstGeom prst="rect">
            <a:avLst/>
          </a:prstGeom>
          <a:solidFill>
            <a:srgbClr val="F093F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Assignment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2331720"/>
            <a:ext cx="54864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Expense Tracker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200" b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Mood Tracker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full-stack Java web apps with REST APIs, Charts, and CSV persistence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·  Zero External Dependencies  ·  Built-in HTTP Server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7373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Java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com.sun.net.httpserver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Spring, no Maven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stdlib only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7373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ArrayList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persistence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on every write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on first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54864" cy="17373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REST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DELETE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request &amp;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54864" cy="17373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Frontend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page (SPA)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via CDN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 &amp; Folders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Expense Tracker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3192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16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ExpenseTrackerApp.java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+ REST API + embedded HTML/JS 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751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ExpenseStore.java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engine: totals, category breakdown, monthly trend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393192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33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Expense.java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with CSV serialization/deserialization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data/expenses.csv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flat-file storage (auto-created on first run)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393192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build and launch script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solidFill>
            <a:srgbClr val="F5576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Mood Tracker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280160"/>
            <a:ext cx="3931920" cy="59436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316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5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MoodTrackerApp.java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+ REST API + embedded HTML/JS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1938528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751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5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MoodStore.java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frequency, weekly breakdowns, dominant mood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596896"/>
            <a:ext cx="3931920" cy="59436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633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5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MoodEntry.java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with CSV serialization/deserialization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3255264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5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data/moods.csv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flat-file storage (auto-created on first run)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3913632"/>
            <a:ext cx="3931920" cy="59436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5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run.sh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build and launch script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 Run, Test &amp; Verify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801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320040" cy="320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--version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Requires Java 21+ JDK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2801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240280"/>
            <a:ext cx="320040" cy="320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Expense Tracker (port 8080)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877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expense-tracker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run.sh &amp;&amp; ./run.sh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14800" cy="12801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657600"/>
            <a:ext cx="320040" cy="320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Mood Tracker (port 8081)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050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mood-tracker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run.sh &amp;&amp; ./run.sh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114800" cy="128016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822960"/>
            <a:ext cx="320040" cy="320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via Browser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1704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http://localhost:8080  # Expense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http://localhost:8081  # Mood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114800" cy="201168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via curl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58775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http://localhost:8080/api/stats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http://localhost:8080/api/expenses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'{"category":"Food","amount":25,"date":"2026-06-05"}'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Seed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Expense Tracker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expenses: category, amount, date,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 dashboard stat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 by category (doughnut chart)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expense trend (bar chart)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&amp; lowest spend category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individual expense entries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seed expenses across 3 months auto-loaded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persistence survives app restarts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Mood Tracker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mood: Happy, Sad, Anxious, Calm, Excited, Angry, Tired, Grateful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rating 1–5 per entry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optional free-text note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log by date and mood type (filter bar)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frequency distribution (doughnut chart)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stacked bar trend chart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 of seed data auto-loaded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persistence survives app restarts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777240"/>
            <a:ext cx="36576" cy="393192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46304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stdlib — no Maven, Gradle, Spring, or external JARs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463040" cy="457200"/>
          </a:xfrm>
          <a:prstGeom prst="rect">
            <a:avLst/>
          </a:prstGeom>
          <a:solidFill>
            <a:srgbClr val="F093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965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GET / POST / DELETE endpoints returning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46304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Chart.js doughnut + bar charts in the browser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463040" cy="457200"/>
          </a:xfrm>
          <a:prstGeom prst="rect">
            <a:avLst/>
          </a:prstGeom>
          <a:solidFill>
            <a:srgbClr val="F093F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154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flat-file; data survives restarts without a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749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auto-populate with realistic data on first run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463040" cy="457200"/>
          </a:xfrm>
          <a:prstGeom prst="rect">
            <a:avLst/>
          </a:prstGeom>
          <a:solidFill>
            <a:srgbClr val="F093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43434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→ :8080   ·   Mood Tracker → :8081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Assignment – Expense &amp; Mood Tracker</dc:title>
  <dc:subject>PptxGenJS Presentation</dc:subject>
  <dc:creator>PptxGenJS</dc:creator>
  <cp:lastModifiedBy>PptxGenJS</cp:lastModifiedBy>
  <cp:revision>1</cp:revision>
  <dcterms:created xsi:type="dcterms:W3CDTF">2026-06-05T18:52:05Z</dcterms:created>
  <dcterms:modified xsi:type="dcterms:W3CDTF">2026-06-05T18:52:05Z</dcterms:modified>
</cp:coreProperties>
</file>